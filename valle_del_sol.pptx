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TECNOLÓGICA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Incendios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Forestales y Urbanos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2468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Municipalidad Valle del Sol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914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67512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6751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6751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de Usuario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67512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4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Microservicios · Serverless · AWS + Supabase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PROBLEMÁTICA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86868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35331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Municipalidad Valle del Sol enfrenta constante amenaza de incendios forestales y urbanos, gestionados con herramientas aisladas y procesos manuales.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86868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34840" y="868680"/>
            <a:ext cx="4572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4544568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herramientas digitales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44568" y="1216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imprecisos y procesos manuales lentos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66560" y="86868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868680"/>
            <a:ext cx="4572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6876288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visualización en tiempo real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76288" y="1216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rastrear focos ni operarios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34840" y="187452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4840" y="1874520"/>
            <a:ext cx="4572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4544568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alertas automatizadas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44568" y="2221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lenta entre organismos de emergencia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66560" y="187452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0" y="1874520"/>
            <a:ext cx="4572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6876288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historial de datos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76288" y="2221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Imposible analizar patrones y prevenir eventos futuros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8600" y="2788920"/>
            <a:ext cx="8686800" cy="9144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8600" y="2788920"/>
            <a:ext cx="8686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Propuesta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" y="3182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tecnológica basada en microservicios con tres módulos principales: Detección y Reporte · Monitoreo Geográfico · Sistema de Alertas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1480" y="38404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y Reporte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46120" y="38404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324612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Geográfico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080760" y="38404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3" name="Text 30"/>
          <p:cNvSpPr/>
          <p:nvPr/>
        </p:nvSpPr>
        <p:spPr>
          <a:xfrm>
            <a:off x="608076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Alertas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868680"/>
            <a:ext cx="1371600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14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11704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(Next.js + TS)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54480" y="15087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011680" y="868680"/>
            <a:ext cx="1463040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03120" y="12070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0312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XRAY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0" y="15087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840480" y="804672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1A1F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841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— MICROSERVICIOS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77640" y="11887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77640" y="1188720"/>
            <a:ext cx="54864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243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MS-Usuarios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096512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AWS · TypeScript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977640" y="1938528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77640" y="1938528"/>
            <a:ext cx="54864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4096512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MS-Tracking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096512" y="22311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AWS · TypeScript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977640" y="268833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77640" y="2688336"/>
            <a:ext cx="54864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4096512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MS-Reportes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096512" y="29809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AWS · TypeScript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977640" y="343814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77640" y="3438144"/>
            <a:ext cx="54864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4096512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MS-Notif.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096512" y="3730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AWS · TypeScript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217920" y="15087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583680" y="91440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83680" y="91440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3"/>
          <p:cNvSpPr/>
          <p:nvPr/>
        </p:nvSpPr>
        <p:spPr>
          <a:xfrm>
            <a:off x="6702552" y="987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SQL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702552" y="1243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RLS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583680" y="182880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83680" y="1828800"/>
            <a:ext cx="54864" cy="65836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40" name="Text 37"/>
          <p:cNvSpPr/>
          <p:nvPr/>
        </p:nvSpPr>
        <p:spPr>
          <a:xfrm>
            <a:off x="6702552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Storage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02552" y="21579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y videos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583680" y="274320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83680" y="2743200"/>
            <a:ext cx="54864" cy="6583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4" name="Text 41"/>
          <p:cNvSpPr/>
          <p:nvPr/>
        </p:nvSpPr>
        <p:spPr>
          <a:xfrm>
            <a:off x="6702552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702552" y="30723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push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583680" y="365760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83680" y="3657600"/>
            <a:ext cx="54864" cy="6583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8" name="Text 45"/>
          <p:cNvSpPr/>
          <p:nvPr/>
        </p:nvSpPr>
        <p:spPr>
          <a:xfrm>
            <a:off x="6702552" y="3730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702552" y="3986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de mensajes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583680" y="4407408"/>
            <a:ext cx="2331720" cy="502920"/>
          </a:xfrm>
          <a:prstGeom prst="roundRect">
            <a:avLst>
              <a:gd name="adj" fmla="val 21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702552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702552" y="4709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DEL SISTEMA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841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8412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FUNCIONALES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1887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Incendios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5179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desde móvil con GPS, fotos y videos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938528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938528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9385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en Mapa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2677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geográfico con focos, brigadas y rutas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688336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88336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6883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761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Alertas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0175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de emergencia masivas a la comunidad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438144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438144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343814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5112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Historial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767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histórico para análisis de patrones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4187952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187952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418795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" y="42611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Roles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5171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Ciudadanía, Brigadistas y Administradores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188720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188720"/>
            <a:ext cx="68580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18872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40680" y="1261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1517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modulares y escalables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938528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38528"/>
            <a:ext cx="68580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193852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40680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Resiliencia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2267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para tolerancia a fallos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688336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688336"/>
            <a:ext cx="68580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2688336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068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4068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para gestión del frontend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438144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438144"/>
            <a:ext cx="68580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343814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40680" y="3511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40680" y="3767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BD mediante JPA optimizado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DE USUARIO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1261872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86868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960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1248" y="11978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Ciudadano...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017520" y="960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Quiero reportar un incendio capturando fotografía y ubicación desde mi celular, para que los equipos de emergencia lleguen al lugar preciso de forma veloz.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1248" y="1527048"/>
            <a:ext cx="790956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15819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Permisos de ubicación requeridos · Permite adjuntar multimedia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8600" y="2276856"/>
            <a:ext cx="8686800" cy="1261872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" y="2276856"/>
            <a:ext cx="86868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414016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1248" y="2368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41248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Administrador Municipal...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017520" y="2368296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Quiero visualizar en tiempo real todos los focos activos y brigadas en un mapa central, para coordinar eficientemente los recursos y rutas de evacuación.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41248" y="2935224"/>
            <a:ext cx="790956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/>
        </p:spPr>
      </p:sp>
      <p:sp>
        <p:nvSpPr>
          <p:cNvPr id="19" name="Text 15"/>
          <p:cNvSpPr/>
          <p:nvPr/>
        </p:nvSpPr>
        <p:spPr>
          <a:xfrm>
            <a:off x="960120" y="29900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Mapa con mínimo delay · Íconos para vehículos, operarios y fuegos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28600" y="3685032"/>
            <a:ext cx="8686800" cy="1261872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28600" y="3685032"/>
            <a:ext cx="8686800" cy="54864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82219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" y="3776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HU03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41248" y="40142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Encargado de Rescates...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017520" y="377647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Quiero enviar alertas masivas a la población por el sistema, para coordinar zonas de resguardo antes de una catástrofe estructural.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41248" y="4343400"/>
            <a:ext cx="790956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/>
        </p:spPr>
      </p:sp>
      <p:sp>
        <p:nvSpPr>
          <p:cNvPr id="27" name="Text 22"/>
          <p:cNvSpPr/>
          <p:nvPr/>
        </p:nvSpPr>
        <p:spPr>
          <a:xfrm>
            <a:off x="960120" y="43982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Alerta instantánea para usuarios activos en la zona afectada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— DETALLE TÉCNICO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868680"/>
            <a:ext cx="8686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868680"/>
            <a:ext cx="64008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941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MS-Usuarios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2161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autenticación y roles (Ciudadanía / Brigadistas / Admin)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74720" y="960120"/>
            <a:ext cx="0" cy="6217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941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69080" y="941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· TypeScript · Supabase Auth · JPA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11880" y="1307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Integra: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114800" y="1307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Supabase SQL (auth) · → API Gateway (JWT)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" y="1828800"/>
            <a:ext cx="8686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1828800"/>
            <a:ext cx="64008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384048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MS-Tracking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21762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geográfico en tiempo real de focos activos y brigadas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0" y="1920240"/>
            <a:ext cx="0" cy="6217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069080" y="1901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· TypeScript · Supabase Realtime · WebSockets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11880" y="22677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Integra: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11480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Supabase SQL · → Supabase Realtime · → Mapbox (frontend)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2788920"/>
            <a:ext cx="8686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" y="2788920"/>
            <a:ext cx="64008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384048" y="2862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MS-Reportes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4048" y="31363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 de reportes ciudadanos con multimedia y geolocalización GPS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474720" y="2880360"/>
            <a:ext cx="0" cy="6217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11880" y="2862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069080" y="2862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· TypeScript · S3 Storage · Supabase SQL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11880" y="3227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Integra: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114800" y="3227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S3 (imágenes/videos) · → Supabase SQL (historial)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28600" y="3749040"/>
            <a:ext cx="8686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28600" y="3749040"/>
            <a:ext cx="64008" cy="8046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Text 31"/>
          <p:cNvSpPr/>
          <p:nvPr/>
        </p:nvSpPr>
        <p:spPr>
          <a:xfrm>
            <a:off x="384048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MS-Notificaciones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84048" y="40965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Envío masivo de alertas push a comunidad por zona geográfica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474720" y="3840480"/>
            <a:ext cx="0" cy="6217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11880" y="3822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069080" y="3822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· TypeScript · SNS · SQS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611880" y="4187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Integra: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114800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SNS (push) · → SQS (cola async) · → Supabase SQL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VALLE DEL SOL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solución moderna, escalable y centrada en la comunidad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389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9385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serverless en AWS que crece con la demanda sin provisioning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389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858768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9385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y WebSockets para mínima latencia en emergencias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1928" y="1389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830568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19385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en Supabase, JWT con API Gateway, autenticación robusta por roles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" y="2944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2999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" y="34930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obligatorio y SQS para tolerancia a fallos en producción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2944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858768" y="2999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4930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X-Ray para tracing distribuido y monitoreo de microservicios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28346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2944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2999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Comunitario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81928" y="34930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 para Ciudadanía, Brigadistas y Administradores municipales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· API Gateway · Supabase · S3 · SNS · SQS · TypeScript · Mapbox · Vercel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Emergencias - Municipalidad Valle del Sol</dc:title>
  <dc:subject>PptxGenJS Presentation</dc:subject>
  <dc:creator>PptxGenJS</dc:creator>
  <cp:lastModifiedBy>PptxGenJS</cp:lastModifiedBy>
  <cp:revision>1</cp:revision>
  <dcterms:created xsi:type="dcterms:W3CDTF">2026-04-09T08:26:13Z</dcterms:created>
  <dcterms:modified xsi:type="dcterms:W3CDTF">2026-04-09T08:26:13Z</dcterms:modified>
</cp:coreProperties>
</file>